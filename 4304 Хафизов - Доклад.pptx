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D7B90-D001-4D17-B5A5-77E5F4493C71}" type="datetimeFigureOut">
              <a:rPr lang="ru-RU" smtClean="0"/>
              <a:t>26.12.2019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9DF91-425E-4C01-98BF-2D143A4D72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0221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D7B90-D001-4D17-B5A5-77E5F4493C71}" type="datetimeFigureOut">
              <a:rPr lang="ru-RU" smtClean="0"/>
              <a:t>26.12.2019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9DF91-425E-4C01-98BF-2D143A4D72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9530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D7B90-D001-4D17-B5A5-77E5F4493C71}" type="datetimeFigureOut">
              <a:rPr lang="ru-RU" smtClean="0"/>
              <a:t>26.12.2019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9DF91-425E-4C01-98BF-2D143A4D72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5408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D7B90-D001-4D17-B5A5-77E5F4493C71}" type="datetimeFigureOut">
              <a:rPr lang="ru-RU" smtClean="0"/>
              <a:t>26.12.2019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9DF91-425E-4C01-98BF-2D143A4D72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0625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D7B90-D001-4D17-B5A5-77E5F4493C71}" type="datetimeFigureOut">
              <a:rPr lang="ru-RU" smtClean="0"/>
              <a:t>26.12.2019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9DF91-425E-4C01-98BF-2D143A4D72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28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D7B90-D001-4D17-B5A5-77E5F4493C71}" type="datetimeFigureOut">
              <a:rPr lang="ru-RU" smtClean="0"/>
              <a:t>26.12.2019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9DF91-425E-4C01-98BF-2D143A4D72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0568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D7B90-D001-4D17-B5A5-77E5F4493C71}" type="datetimeFigureOut">
              <a:rPr lang="ru-RU" smtClean="0"/>
              <a:t>26.12.2019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9DF91-425E-4C01-98BF-2D143A4D72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3656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D7B90-D001-4D17-B5A5-77E5F4493C71}" type="datetimeFigureOut">
              <a:rPr lang="ru-RU" smtClean="0"/>
              <a:t>26.12.2019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9DF91-425E-4C01-98BF-2D143A4D72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9950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D7B90-D001-4D17-B5A5-77E5F4493C71}" type="datetimeFigureOut">
              <a:rPr lang="ru-RU" smtClean="0"/>
              <a:t>26.12.2019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9DF91-425E-4C01-98BF-2D143A4D72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8244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D7B90-D001-4D17-B5A5-77E5F4493C71}" type="datetimeFigureOut">
              <a:rPr lang="ru-RU" smtClean="0"/>
              <a:t>26.12.2019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9DF91-425E-4C01-98BF-2D143A4D72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8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D7B90-D001-4D17-B5A5-77E5F4493C71}" type="datetimeFigureOut">
              <a:rPr lang="ru-RU" smtClean="0"/>
              <a:t>26.12.2019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9DF91-425E-4C01-98BF-2D143A4D72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9547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D7B90-D001-4D17-B5A5-77E5F4493C71}" type="datetimeFigureOut">
              <a:rPr lang="ru-RU" smtClean="0"/>
              <a:t>26.12.2019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9DF91-425E-4C01-98BF-2D143A4D7233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35636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D7B90-D001-4D17-B5A5-77E5F4493C71}" type="datetimeFigureOut">
              <a:rPr lang="ru-RU" smtClean="0"/>
              <a:t>26.12.2019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9DF91-425E-4C01-98BF-2D143A4D72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560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D7B90-D001-4D17-B5A5-77E5F4493C71}" type="datetimeFigureOut">
              <a:rPr lang="ru-RU" smtClean="0"/>
              <a:t>26.12.2019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9DF91-425E-4C01-98BF-2D143A4D72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45531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D7B90-D001-4D17-B5A5-77E5F4493C71}" type="datetimeFigureOut">
              <a:rPr lang="ru-RU" smtClean="0"/>
              <a:t>26.12.2019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9DF91-425E-4C01-98BF-2D143A4D72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39151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D7B90-D001-4D17-B5A5-77E5F4493C71}" type="datetimeFigureOut">
              <a:rPr lang="ru-RU" smtClean="0"/>
              <a:t>26.12.2019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9DF91-425E-4C01-98BF-2D143A4D72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98389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D7B90-D001-4D17-B5A5-77E5F4493C71}" type="datetimeFigureOut">
              <a:rPr lang="ru-RU" smtClean="0"/>
              <a:t>26.12.2019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9DF91-425E-4C01-98BF-2D143A4D72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720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4ED7B90-D001-4D17-B5A5-77E5F4493C71}" type="datetimeFigureOut">
              <a:rPr lang="ru-RU" smtClean="0"/>
              <a:t>26.12.2019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9DF91-425E-4C01-98BF-2D143A4D72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5820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86739" y="682388"/>
            <a:ext cx="8993874" cy="3043451"/>
          </a:xfrm>
        </p:spPr>
        <p:txBody>
          <a:bodyPr/>
          <a:lstStyle/>
          <a:p>
            <a:pPr algn="just"/>
            <a:r>
              <a:rPr lang="ru-RU" sz="3600" dirty="0"/>
              <a:t>Внедрение статистического анализа данных состояния устройств в программное обеспечение системы мониторинга железнодорожных станций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6738" y="5254386"/>
            <a:ext cx="86349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Студент: Хафизов И.М.</a:t>
            </a:r>
          </a:p>
          <a:p>
            <a:r>
              <a:rPr lang="ru-RU" sz="2000" dirty="0" smtClean="0"/>
              <a:t>Группа 4304</a:t>
            </a:r>
          </a:p>
          <a:p>
            <a:r>
              <a:rPr lang="ru-RU" sz="2000" dirty="0" smtClean="0"/>
              <a:t>Работа выполнена в </a:t>
            </a:r>
            <a:r>
              <a:rPr lang="ru-RU" sz="2000" dirty="0" err="1" smtClean="0"/>
              <a:t>СПбГЭТУ</a:t>
            </a:r>
            <a:r>
              <a:rPr lang="ru-RU" sz="2000" dirty="0" smtClean="0"/>
              <a:t> «ЛЭТИ», кафедра МО ЭВМ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502203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84763"/>
          </a:xfrm>
        </p:spPr>
        <p:txBody>
          <a:bodyPr/>
          <a:lstStyle/>
          <a:p>
            <a:r>
              <a:rPr lang="ru-RU" dirty="0" smtClean="0"/>
              <a:t>Цель работы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6111" y="2333767"/>
            <a:ext cx="9175632" cy="3914632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Задачи</a:t>
            </a:r>
            <a:r>
              <a:rPr lang="ru-RU" dirty="0"/>
              <a:t>:</a:t>
            </a:r>
          </a:p>
          <a:p>
            <a:pPr lvl="0"/>
            <a:r>
              <a:rPr lang="ru-RU" dirty="0"/>
              <a:t>Исследование регламентного обслуживания</a:t>
            </a:r>
          </a:p>
          <a:p>
            <a:pPr lvl="0"/>
            <a:r>
              <a:rPr lang="ru-RU" dirty="0"/>
              <a:t>Изучения статистического анализа</a:t>
            </a:r>
          </a:p>
          <a:p>
            <a:pPr lvl="0"/>
            <a:r>
              <a:rPr lang="ru-RU" dirty="0"/>
              <a:t>Формирование требований для анализа данных</a:t>
            </a:r>
          </a:p>
          <a:p>
            <a:pPr lvl="0"/>
            <a:r>
              <a:rPr lang="ru-RU" dirty="0"/>
              <a:t>Формирование функциональных требований</a:t>
            </a:r>
          </a:p>
          <a:p>
            <a:pPr lvl="0"/>
            <a:r>
              <a:rPr lang="ru-RU" dirty="0"/>
              <a:t>Разработка архитектуры взаимодействия между программными модулями КСУ РА и АРМ ШН РА</a:t>
            </a:r>
          </a:p>
          <a:p>
            <a:pPr lvl="0"/>
            <a:r>
              <a:rPr lang="ru-RU" dirty="0"/>
              <a:t>Реализация программного модуля статистического анализатора</a:t>
            </a:r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646110" y="1337481"/>
            <a:ext cx="9404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Изучение метода обслуживания по состоянию, а также разработка и внедрение статистического анализа данных устройств.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7102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6109" y="466366"/>
            <a:ext cx="9404723" cy="529921"/>
          </a:xfrm>
        </p:spPr>
        <p:txBody>
          <a:bodyPr/>
          <a:lstStyle/>
          <a:p>
            <a:r>
              <a:rPr lang="ru-RU" sz="2400" dirty="0" smtClean="0"/>
              <a:t>Архитектура взаимодействия программных модулей</a:t>
            </a:r>
            <a:endParaRPr lang="ru-RU" sz="2400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0059" y="1379384"/>
            <a:ext cx="5076825" cy="1857375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536927" y="3354895"/>
            <a:ext cx="9404723" cy="5299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2400" dirty="0" smtClean="0"/>
              <a:t>Прототип структуры данных</a:t>
            </a:r>
            <a:endParaRPr lang="ru-RU" sz="24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085" y="4177918"/>
            <a:ext cx="5884769" cy="1717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2284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</TotalTime>
  <Words>88</Words>
  <Application>Microsoft Office PowerPoint</Application>
  <PresentationFormat>Широкоэкранный</PresentationFormat>
  <Paragraphs>15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Century Gothic</vt:lpstr>
      <vt:lpstr>Wingdings 3</vt:lpstr>
      <vt:lpstr>Ион</vt:lpstr>
      <vt:lpstr>Внедрение статистического анализа данных состояния устройств в программное обеспечение системы мониторинга железнодорожных станций</vt:lpstr>
      <vt:lpstr>Цель работы</vt:lpstr>
      <vt:lpstr>Архитектура взаимодействия программных модулей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Внедрение статистического анализа данных состояния устройств в программное обеспечение системы мониторинга железнодорожных станций</dc:title>
  <dc:creator>Ильнур Хафизов</dc:creator>
  <cp:lastModifiedBy>Ильнур Хафизов</cp:lastModifiedBy>
  <cp:revision>2</cp:revision>
  <dcterms:created xsi:type="dcterms:W3CDTF">2019-12-26T00:25:48Z</dcterms:created>
  <dcterms:modified xsi:type="dcterms:W3CDTF">2019-12-26T00:34:56Z</dcterms:modified>
</cp:coreProperties>
</file>